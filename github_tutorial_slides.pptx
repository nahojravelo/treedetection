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pour la Conservation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for Conservation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interactif pas-a-pas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Step-by-Step Guide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Steven Longmore | LJMU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Drone &amp; IA | 26 Fevrier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4069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Meilleure blague = Chocolat !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Qu'est-ce que GitHub 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GitHub?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2560320" cy="731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3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de fichiers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storage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pour du code !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for code!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64592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645920"/>
            <a:ext cx="2560320" cy="731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783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a remonter le temps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complet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history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30175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changement est sauvegarde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is saved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64592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645920"/>
            <a:ext cx="2560320" cy="731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783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d'equipe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30175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Travailler ensemble, partout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together, anywhere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= Google Drive + Machine a remonter le temps + Collaboration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Vocabulaire cle / Key Vocabulary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Terme / Term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Repository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Dossier de projet / Project folder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Fork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Votre copie / Your copy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Commit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Sauvegarder / Save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Pull Request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Proposer / Propose changes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Merge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Fusionner / Integrate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README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 d'accueil / Home page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C'est parti 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do this!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Suivez le guide pas-a-pas / Follow the step-by-step handout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Levez la main si vous avez besoin d'aide ! / Raise your hand if you need help!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Etape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373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Creer un compte GitHub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37360" y="777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 GitHub Account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Allez sur github.com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Go to github.com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Cliquez 'Sign up'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Click 'Sign up'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Email + mot de passe + nom d'utilisateur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Email + password + username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Verifiez votre email !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Check your email!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60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Conseil : Choisissez un nom professionnel ! / Tip: Choose a professional username!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373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Explorer le repo TreeDetection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37360" y="777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 the TreeDetection Repo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github.com/ConservationDronesAI/TreeDetection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d'accueil / Home page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Fichiers .py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Python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Dependances / Dependencies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commit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debut ! / The beginning!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contributeur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contributor (pour l'instant...)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Issues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vous de jouer ! / Your turn!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repo detecte des arbres dans des images de drones avec YOLO 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Etape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373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Forker le repo / Fork the Repo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97280"/>
            <a:ext cx="3474720" cy="731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Bibliotheque / Library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ConservationDronesAI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/TreeDetection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livre original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book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37760" y="109728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097280"/>
            <a:ext cx="3474720" cy="73152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copie / Your copy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1737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votre-nom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/TreeDetection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468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photocopie !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photocopy!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Cliquez le bouton 'Fork' en haut a droite / Click 'Fork' top right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Cliquez 'Create fork' / Click 'Create fork'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Verifiez votre nom dans l'URL ! / Check YOUR name in the URL!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Etape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373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Ajouter votre blague !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37360" y="777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Your Joke!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Ouvrez README.md sur votre fork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Open README.md on your fork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Cliquez l'icone crayon pour editer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Click the pencil icon to edit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Ajoutez votre blague en bas du fichier 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Add your joke at the bottom: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97280" y="3108960"/>
            <a:ext cx="6949440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1546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[Votre nom]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**Malagasy:** [Votre blague]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**Francais/English:** [Traduction]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Commit changes ! (bouton vert / green button)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373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Creer un Pull Request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37360" y="777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 Pull Request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4173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= Lever la main en classe et dire 'J'ai quelque chose a ajouter !'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= Raising your hand in class saying 'I have something to add!'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Cliquez 'Contribute' &gt; 'Open pull request'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Verifiez la direction : ConservationDronesAI &lt;- votre-nom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Donnez un titre amusant 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Cliquez 'Create pull request' (bouton vert)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Revue en direct 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Review!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1920240" cy="13716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88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vos modifications / See your changes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2743200"/>
            <a:ext cx="1920240" cy="13716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2788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51760" y="32461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Commenter / Comment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743200"/>
            <a:ext cx="1920240" cy="13716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788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4880" y="32461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Approuver / Approve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2743200"/>
            <a:ext cx="1920240" cy="13716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788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0" y="32461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Merger / Merge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Voyons vos blagues ! / Let's see your jokes!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Recapitulatif / Recap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 GitHub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Identite / Identity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1691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/ Understand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Copier / Copy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+ Commit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9120" y="2880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Changer + Sauvegarder / Change + Save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474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89120" y="3474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Proposer / Propose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4572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4069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+ Merge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89120" y="4069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Collaborer / Collaborate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663440"/>
            <a:ext cx="8229600" cy="9144"/>
          </a:xfrm>
          <a:prstGeom prst="rect">
            <a:avLst/>
          </a:prstGeom>
          <a:solidFill>
            <a:srgbClr val="95D5B2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GitHub pour la conservation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GitHub for Conservation?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Reproductibilite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D'autres peuvent reproduire vos resultats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7772400" cy="548640"/>
          </a:xfrm>
          <a:prstGeom prst="rect">
            <a:avLst/>
          </a:prstGeom>
          <a:solidFill>
            <a:srgbClr val="F0F7F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057400"/>
            <a:ext cx="73152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2057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057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Travailler ensemble, meme a distance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77724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43200"/>
            <a:ext cx="73152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perdez jamais rien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7772400" cy="548640"/>
          </a:xfrm>
          <a:prstGeom prst="rect">
            <a:avLst/>
          </a:prstGeom>
          <a:solidFill>
            <a:srgbClr val="F0F7F0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429000"/>
            <a:ext cx="73152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429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3429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429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Aidez d'autres projets dans le monde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77724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114800"/>
            <a:ext cx="73152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114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017520" y="4114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4114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contributions sont reconnues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Votez pour la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meilleure blague 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Vote for the best joke!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3200400"/>
            <a:ext cx="3657600" cy="10972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3200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gagnant recoit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chocolat !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winner gets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chocolate!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Misaotra betsaka ! / Merci beaucoup ! / Thank you very much!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pour la Conservation / GitHub for Conservation</dc:title>
  <dc:subject>PptxGenJS Presentation</dc:subject>
  <dc:creator>Steven Longmore</dc:creator>
  <cp:lastModifiedBy>Steven Longmore</cp:lastModifiedBy>
  <cp:revision>1</cp:revision>
  <dcterms:created xsi:type="dcterms:W3CDTF">2026-02-26T06:46:01Z</dcterms:created>
  <dcterms:modified xsi:type="dcterms:W3CDTF">2026-02-26T06:46:01Z</dcterms:modified>
</cp:coreProperties>
</file>